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1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="1">
                <a:latin typeface="Times New Roman" panose="02020603050405020304" charset="0"/>
                <a:cs typeface="Times New Roman" panose="0202060305040502030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Times New Roman" panose="02020603050405020304" charset="0"/>
                <a:cs typeface="Times New Roman" panose="02020603050405020304" charset="0"/>
              </a:defRPr>
            </a:lvl1pPr>
            <a:lvl2pPr>
              <a:defRPr sz="2800">
                <a:latin typeface="Times New Roman" panose="02020603050405020304" charset="0"/>
                <a:cs typeface="Times New Roman" panose="02020603050405020304" charset="0"/>
              </a:defRPr>
            </a:lvl2pPr>
            <a:lvl3pPr>
              <a:defRPr sz="2800">
                <a:latin typeface="Times New Roman" panose="02020603050405020304" charset="0"/>
                <a:cs typeface="Times New Roman" panose="02020603050405020304" charset="0"/>
              </a:defRPr>
            </a:lvl3pPr>
            <a:lvl4pPr>
              <a:defRPr sz="2800">
                <a:latin typeface="Times New Roman" panose="02020603050405020304" charset="0"/>
                <a:cs typeface="Times New Roman" panose="02020603050405020304" charset="0"/>
              </a:defRPr>
            </a:lvl4pPr>
            <a:lvl5pPr>
              <a:defRPr sz="2800">
                <a:latin typeface="Times New Roman" panose="02020603050405020304" charset="0"/>
                <a:cs typeface="Times New Roman" panose="0202060305040502030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835" y="1567180"/>
            <a:ext cx="10942955" cy="291020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AI-Powered Expenses Analyzer </a:t>
            </a:r>
            <a:endParaRPr lang="en-US" altLang="en-US" sz="48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ABSTRACT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AI-Powered Expenses Analyzer is a web-based personal finance management system developed using Java, JSP, Servlets, JDBC, and MySQL.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The system helps users record income and expenses, generate daily/monthly/yearly reports, and view financial insights through charts.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It also includes an AI-style bill scanning feature that extracts amount, date, and category from OCR text or bill images.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The project improves expense tracking accuracy, reduces manual effort, and supports better financial decision-making.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Managing daily income and expenses manually is difficult and often leads to missing records and poor financial planning.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Many users do not have a simple system to monitor spending patterns, savings, and category-wise expenses.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This project provides a centralized platform to store, manage, analyze, and review financial transactions.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It combines finance tracking, report generation, and OCR-based bill extraction in a single system.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OBJECTIVE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To develop a user-friendly system for recording personal income and expenses.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To generate daily, monthly, and yearly financial reports automatically.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To analyze spending patterns using charts and summary metrics.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To reduce manual entry effort using bill text/image extraction.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To help users improve savings and financial planning.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7345"/>
            <a:ext cx="10972800" cy="582613"/>
          </a:xfrm>
        </p:spPr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EXISTING SYSTEM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Traditional expense tracking is usually done using notebooks, spreadsheets, or manual calculations.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Users must enter every transaction manually and calculate totals separately.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Existing manual methods do not provide instant reports or category-wise analysis.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Bill details also need to be typed manually, which takes time.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DIS ADVANTAGES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High chance of human error in manual entries and calculations.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No automatic report generation or visual analysis.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Difficult to identify overspending categories and savings trends.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Time-consuming process for managing monthly financial data.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No bill scanning or smart extraction support.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The proposed system is a web application that allows users to log in and manage their income and expenses efficiently.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It stores data in a database and provides report generation based on date, month, and year.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It includes analysis features such as category-wise expense charts and monthly comparisons.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It also offers AI-style bill scan functionality using OCR text extraction and rule-based category identification.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The system is built with MySQL as the primary database and H2 as a fallback database.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Easy and organized income-expense management.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Automatic financial report generation.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Visual analysis through pie, bar, and line charts.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Faster bill entry using OCR-based extraction.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Secure session-based user access.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MySQL with H2 fallback improves reliability during demo/testing.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WORKING ENVIRONMENT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Operating System: Windows 10 / Windows 11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Development IDE: Eclipse IDE for Enterprise Java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Programming Language: Java 21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Web Technology: JSP, Servlet, HTML, CSS, JavaScript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Web Server: Apache Tomcat 9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Database: MySQL 8 with H2 fallback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Browser: Google Chrome / Microsoft Edge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SOFTWARE REQUIREMENTS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JDK 21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Apache Tomcat 9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MySQL Server 8+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Eclipse IDE for Enterprise Java Developers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JDBC Driver for MySQL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H2 Database JAR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Chart.js library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Tesseract OCR for image-based bill extraction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ARCHITECTURE DIAGRAM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1" descr="IMG_25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85950" y="1350645"/>
            <a:ext cx="7702550" cy="42443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MODULE DESCRIPTION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375"/>
            <a:ext cx="9773920" cy="5342890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800" b="1" dirty="0">
                <a:latin typeface="Times New Roman" panose="02020603050405020304" charset="0"/>
                <a:cs typeface="Times New Roman" panose="02020603050405020304" charset="0"/>
              </a:rPr>
              <a:t>1. DATA COLLECTION MODULE</a:t>
            </a:r>
            <a:endParaRPr lang="en-US" altLang="en-US" sz="1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This module collects financial data from the user through forms and bill uploads.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Users can enter income details such as amount, source, and date.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Users can enter expense details such as amount, category, and date.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The system also accepts OCR text files or bill images for extracting expense information.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800" b="1" dirty="0">
                <a:latin typeface="Times New Roman" panose="02020603050405020304" charset="0"/>
                <a:cs typeface="Times New Roman" panose="02020603050405020304" charset="0"/>
              </a:rPr>
              <a:t>2. DATA PREPROCESSING MODULE</a:t>
            </a:r>
            <a:endParaRPr lang="en-US" altLang="en-US" sz="1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The collected data is validated before storing in the database.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Amount values are checked and date values are normalized into standard format.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OCR text is cleaned and scanned to identify useful fields.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The system prepares structured data for report generation and analysis.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27990"/>
            <a:ext cx="10035540" cy="605853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800" b="1" dirty="0">
                <a:latin typeface="Times New Roman" panose="02020603050405020304" charset="0"/>
                <a:cs typeface="Times New Roman" panose="02020603050405020304" charset="0"/>
              </a:rPr>
              <a:t>3. MODEL TRAINING MODULE</a:t>
            </a:r>
            <a:endParaRPr lang="en-US" altLang="en-US" sz="1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This project does not use a heavy machine learning training model.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Instead, it uses rule-based AI-style logic for bill understanding.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Pattern matching is used to identify amount and date from OCR text.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Keyword-based scoring is used to guess the expense category such as Food, Travel, Groceries, or Utilities.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This approach keeps the system simple, fast, and suitable for academic demonstration.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800" b="1" dirty="0">
                <a:latin typeface="Times New Roman" panose="02020603050405020304" charset="0"/>
                <a:cs typeface="Times New Roman" panose="02020603050405020304" charset="0"/>
              </a:rPr>
              <a:t>4. PREDICTION MODULE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The system predicts or suggests the expense category from bill text.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It identifies highest spending categories and monthly trends through analysis logic.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It calculates net savings by comparing total income and total expenses.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800" dirty="0">
                <a:latin typeface="Times New Roman" panose="02020603050405020304" charset="0"/>
                <a:cs typeface="Times New Roman" panose="02020603050405020304" charset="0"/>
              </a:rPr>
              <a:t>This helps users understand financial behavior and plan future budgets better.</a:t>
            </a:r>
            <a:endParaRPr lang="en-US" alt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5. FRONTEND MODULE</a:t>
            </a:r>
            <a:endParaRPr lang="en-US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 frontend is developed using JSP, HTML, CSS, and JavaScript.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It includes pages such as Login, Dashboard, Income, Expense, Report, Analysis, Bill Scan, and Profile.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 interface supports user interaction, form submission, data viewing, and navigation between modules.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It also displays charts and live visual summaries for better user understanding.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The AI-Powered Expenses Analyzer successfully provides a complete solution for personal finance tracking.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It simplifies income and expense management through a structured web interface.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The system generates useful reports and visual insights for better decision-making.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The bill scan feature reduces manual effort and adds smart functionality to the project.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Overall, the project is practical, user-friendly, and suitable for real-world and academic use.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FUTURE WORK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32"/>
            <a:ext cx="9774115" cy="485335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Add password encryption using BCrypt for better security.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Introduce budget alerts and overspending notifications.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Generate PDF and Excel export reports.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Improve OCR accuracy using advanced AI/ML models.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Add mobile application support.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Integrate bank SMS or UPI transaction import.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Provide multi-user admin dashboard and role-based access control.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named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35"/>
            <a:ext cx="12279630" cy="68573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5800</Words>
  <Application>WPS Presentation</Application>
  <PresentationFormat>Widescreen</PresentationFormat>
  <Paragraphs>130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Calibri</vt:lpstr>
      <vt:lpstr>Blue Waves</vt:lpstr>
      <vt:lpstr>HealthConnect   Symptom Based  Online Health Consultation System</vt:lpstr>
      <vt:lpstr>Introduction</vt:lpstr>
      <vt:lpstr>ABSTRACT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approtech. cse</cp:lastModifiedBy>
  <cp:revision>26</cp:revision>
  <dcterms:created xsi:type="dcterms:W3CDTF">2025-07-23T00:59:00Z</dcterms:created>
  <dcterms:modified xsi:type="dcterms:W3CDTF">2026-03-21T07:28:39Z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AA4F88FCC85942F0AE290F190A2BF479_13</vt:lpwstr>
  </property>
  <property fmtid="{D5CDD505-2E9C-101B-9397-08002B2CF9AE}" pid="3" name="KSOProductBuildVer">
    <vt:lpwstr>1033-12.1.0.25242</vt:lpwstr>
  </property>
</Properties>
</file>